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75b1766ce1428c" /><Relationship Type="http://schemas.openxmlformats.org/officeDocument/2006/relationships/extended-properties" Target="/docProps/app.xml" Id="Rfb207f25f1fe42dd" /><Relationship Type="http://schemas.openxmlformats.org/officeDocument/2006/relationships/officeDocument" Target="/ppt/presentation.xml" Id="R883b4d8eab6943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72345146d4e64"/>
  </p:sldMasterIdLst>
  <p:notesMasterIdLst>
    <p:notesMasterId xmlns:r="http://schemas.openxmlformats.org/officeDocument/2006/relationships" r:id="Radbd8579a0d04d7a"/>
  </p:notesMasterIdLst>
  <p:sldIdLst>
    <p:sldId xmlns:r="http://schemas.openxmlformats.org/officeDocument/2006/relationships" id="256" r:id="R486c0824e96d4360"/>
    <p:sldId xmlns:r="http://schemas.openxmlformats.org/officeDocument/2006/relationships" id="257" r:id="R0c7a50b5b1454b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b731cf91e943e1" /><Relationship Type="http://schemas.openxmlformats.org/officeDocument/2006/relationships/slideMaster" Target="/ppt/slideMasters/slideMaster1.xml" Id="R33972345146d4e64" /><Relationship Type="http://schemas.openxmlformats.org/officeDocument/2006/relationships/notesMaster" Target="/ppt/notesMasters/notesMaster1.xml" Id="Radbd8579a0d04d7a" /><Relationship Type="http://schemas.openxmlformats.org/officeDocument/2006/relationships/presProps" Target="/ppt/presProps.xml" Id="R205b17ffc36646da" /><Relationship Type="http://schemas.openxmlformats.org/officeDocument/2006/relationships/tableStyles" Target="/ppt/tableStyles.xml" Id="Ra4b13a7da2f34d6d" /><Relationship Type="http://schemas.openxmlformats.org/officeDocument/2006/relationships/slide" Target="/ppt/slides/slide1.xml" Id="R486c0824e96d4360" /><Relationship Type="http://schemas.openxmlformats.org/officeDocument/2006/relationships/slide" Target="/ppt/slides/slide2.xml" Id="R0c7a50b5b1454b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724fbcb8234e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4455a6a2bd4e8f" /><Relationship Type="http://schemas.openxmlformats.org/officeDocument/2006/relationships/notesMaster" Target="/ppt/notesMasters/notesMaster1.xml" Id="R1c2da72bc478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cd0fb6c7b744ef" /><Relationship Type="http://schemas.openxmlformats.org/officeDocument/2006/relationships/notesMaster" Target="/ppt/notesMasters/notesMaster1.xml" Id="R20d3ced26bfd44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2Q26 보고서 이미지 및 대화에 기록된 2026년 3분기 작업 내용을 바탕으로 작성. 분기 종료 전인 9월 14일 기준. 장비 실측 정확도와 사용자 도면 CAD 호환성의 최종 확인은 후속 과제.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2Q26 보고서 이미지 및 대화에 기록된 2026년 3분기 작업 내용을 바탕으로 작성. 분기 종료 전인 9월 14일 기준. 장비 실측 정확도와 사용자 도면 CAD 호환성의 최종 확인은 후속 과제.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72dbde1354f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b27072d95d41eb" /><Relationship Type="http://schemas.openxmlformats.org/officeDocument/2006/relationships/slideLayout" Target="/ppt/slideLayouts/slideLayout1.xml" Id="R66c7443cf9cf4d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c7443cf9cf4d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82df945964c6f" /><Relationship Type="http://schemas.openxmlformats.org/officeDocument/2006/relationships/notesSlide" Target="/ppt/notesSlides/notesSlide1.xml" Id="R19d6b5aec1924b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ba1c7d8634677" /><Relationship Type="http://schemas.openxmlformats.org/officeDocument/2006/relationships/notesSlide" Target="/ppt/notesSlides/notesSlide2.xml" Id="R5c3281bbb82a4f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CEE15-94EA-457D-A036-04615588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1162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JP Kim : 분기별 성과 대화 3Q26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FB6CA-956E-427A-AAE4-9EBDCBD3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096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2026년 3분기 진행사항 (7월~9월 14일 기준)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BA521-55F5-4405-8325-DC2A0383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3M Confidential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31317-8274-46D3-B42D-F39531AB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FF497-6F72-48EB-9297-9FBA40E1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38250"/>
            <a:ext cx="5829300" cy="504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5A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FCA6D-4235-49C4-9F89-BCAD80A7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3825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5A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0DBE2-945E-4CA3-A77A-4A3B06B8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52850"/>
            <a:ext cx="56388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5A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EDC66-4AE9-47D7-BFBA-346E15C4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기여 및 성과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180E9-09B6-4272-89B4-6D7078E8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541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2분기에 구축한 통합 프로그램을 바탕으로, 실제 평가 업무에 필요한 측정·분석 기능과 신규 도구를 확대했습니다.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74673-8F10-484C-9FE2-79806143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57475"/>
            <a:ext cx="5410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Keithley 2400</a:t>
            </a:r>
          </a:p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전압·전류·저항 그래프와 다중 샘플 비교,</a:t>
            </a:r>
          </a:p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원시 데이터 연동 Excel 보고서 및 안전 설정 개선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ACE68-5A6C-4F61-B17B-862914C9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5410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SP-2100 / TL-2200</a:t>
            </a:r>
          </a:p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원시 데이터 수집과 파형 분석 개선,</a:t>
            </a:r>
          </a:p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복수 구간 선택 및 구간별 평균 비교 기능 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F0FD0-9185-4C2B-80D9-33DABFF2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5410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Epson OK900P / 에칭 설계</a:t>
            </a:r>
          </a:p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라벨 편집·연속 번호 인쇄 기능 완성</a:t>
            </a:r>
          </a:p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시편 자동 배치·대칭 홀 가공·CAD 내보내기 개발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FDD81-E125-4149-896F-AA102C2B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공통 화면 및 배포 안정성 개선도 병행했습니다.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FDC7E-CD58-4027-85AB-9D171257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811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업무 방식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0EDE6-E8D6-4E11-9EF8-0C7C40F3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5238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평가자 관점에서 설정을 쉽게 이해하고, 결과를 편리하게 비교할 수 있도록 개선했습니다.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사용자 피드백과 실제 오류 사례를 수정에 반영하고, 작업 이력과 배포 기록을 문서화했습니다.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A90B3-B2CB-43C8-A6A7-8799E444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957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개발 방향 및 역량 강화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8BB22-7B9C-4653-AE26-E1442DBA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91025"/>
            <a:ext cx="5238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측정 데이터 분석, 시스템 구조 설계와 사용자 중심 화면 설계 역량을 강화하고자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다음 단계에서는 2400 실측·그래프 일치 여부와 CAD 호환성을 검증하고, 업데이트 편의성을 개선해 PIM/Hx 평가 업무의 통합 범위를 넓힐 계획입니다.</a:t>
            </a:r>
          </a:p>
        </p:txBody>
      </p:sp>
    </p:spTree>
    <p:extLst>
      <p:ext uri="{BB962C8B-B14F-4D97-AF65-F5344CB8AC3E}">
        <p14:creationId xmlns:p14="http://schemas.microsoft.com/office/powerpoint/2010/main" val="302249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EDA90-81F1-486E-AD45-4763EC55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1162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계측기·도구별 주요 업데이트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F82AC-3A45-4FD5-803E-8C431A8B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096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2026년 3분기 진행사항 (7월~9월 14일 기준)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CC55F-B3CF-4A96-9E7E-6FE2BC3E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3M Confidential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B16FA-58D8-4591-86A0-0713C983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53C06-7141-4163-A723-417C8014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954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Keithley 2400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626A2-EA67-4B37-90EC-4208D693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954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RS-232/GPIB 연결 및 2-Wire/4-Wire 설정 개선</a:t>
            </a:r>
          </a:p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시간·사이클 평가, 다중 샘플 그래프, 원시 데이터 연동 Excel 대시보드</a:t>
            </a:r>
          </a:p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설정 범위 검사와 보호 안내 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F6069-DB1E-464C-852A-92E153E1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1145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SP-2100 / TL-2200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3E9D5-17B0-4E86-8DDC-CCD5082C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145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원시 데이터 수집과 파형 표시 개선</a:t>
            </a:r>
          </a:p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마우스로 복수 구간을 선택하여 구간별 평균 비교</a:t>
            </a:r>
          </a:p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측정 기록 및 Excel 보고 기능 개선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4DF81-96E9-476E-92F4-57F25F11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9337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LT-1000 / PT-2000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7C926-2EEA-45BB-A34D-A09766A1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337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반복 측정 기록과 그룹별 결과 비교 흐름 개선</a:t>
            </a:r>
          </a:p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평가 데이터 확인 및 사용 편의성 보완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3A650-CD24-4602-BAB1-AFC747E1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7528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Photo Editor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76403-FAC7-4AFC-A824-77F8D478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528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사진 크기·정렬 및 Excel 저장 일관성 개선</a:t>
            </a:r>
          </a:p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카메라 촬영과 여러 이미지 정리 기능 보완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21352-6CB1-4DE2-BE38-CDC83D54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5720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Epson OK900P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FDB2A-5D9F-40E2-9E5C-DEBCED12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720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테이프 폭에 따른 디자인 자동 조정, 바코드·QR 코드 지원</a:t>
            </a:r>
          </a:p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시리얼 시작·종료 범위 인쇄와 여러 요소 일괄 편집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D2475-1F26-486C-A1D4-90EDB1D5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3911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에칭 설계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E3DE7-E927-43B1-974C-165B7C89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911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원판·시편 크기와 간격에 따른 자동 배치</a:t>
            </a:r>
          </a:p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중앙 및 대칭 2·4포인트 가공, 홀 중심 간 거리 설정</a:t>
            </a:r>
          </a:p>
          <a:p xmlns:a="http://schemas.openxmlformats.org/drawingml/2006/main">
            <a:pPr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ODA 기반 AutoCAD 2007 DWG 변환 구현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850F6-C307-4FE6-A371-0CA9DA53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2293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후속 확인: 2400 실측 정확도 및 사용자 도면의 TrueView/Inventor 호환성</a:t>
            </a:r>
          </a:p>
        </p:txBody>
      </p:sp>
    </p:spTree>
    <p:extLst>
      <p:ext uri="{BB962C8B-B14F-4D97-AF65-F5344CB8AC3E}">
        <p14:creationId xmlns:p14="http://schemas.microsoft.com/office/powerpoint/2010/main" val="2090573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2026-09-14T05:05:21.3710000Z</dcterms:created>
  <dcterms:modified xsi:type="dcterms:W3CDTF">2026-09-14T05:05:21.3710000Z</dcterms:modified>
</coreProperties>
</file>