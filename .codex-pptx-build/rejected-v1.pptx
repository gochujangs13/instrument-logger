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bfaab62504b76" /><Relationship Type="http://schemas.openxmlformats.org/officeDocument/2006/relationships/extended-properties" Target="/docProps/app.xml" Id="Rd8896dd9cb4c4931" /><Relationship Type="http://schemas.openxmlformats.org/officeDocument/2006/relationships/officeDocument" Target="/ppt/presentation.xml" Id="Rca5be2dd963d48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ab48ce82943b5"/>
  </p:sldMasterIdLst>
  <p:notesMasterIdLst>
    <p:notesMasterId xmlns:r="http://schemas.openxmlformats.org/officeDocument/2006/relationships" r:id="R51ea8921194f496d"/>
  </p:notesMasterIdLst>
  <p:sldIdLst>
    <p:sldId xmlns:r="http://schemas.openxmlformats.org/officeDocument/2006/relationships" id="256" r:id="Rb8d60d206a3d469c"/>
    <p:sldId xmlns:r="http://schemas.openxmlformats.org/officeDocument/2006/relationships" id="257" r:id="Rdd71ef1c12404e58"/>
    <p:sldId xmlns:r="http://schemas.openxmlformats.org/officeDocument/2006/relationships" id="258" r:id="Rfef05d1d4b714096"/>
    <p:sldId xmlns:r="http://schemas.openxmlformats.org/officeDocument/2006/relationships" id="259" r:id="R100fe2a702da4515"/>
    <p:sldId xmlns:r="http://schemas.openxmlformats.org/officeDocument/2006/relationships" id="260" r:id="Rc62091bef3c14364"/>
    <p:sldId xmlns:r="http://schemas.openxmlformats.org/officeDocument/2006/relationships" id="261" r:id="R28bdf01c9c504b1b"/>
    <p:sldId xmlns:r="http://schemas.openxmlformats.org/officeDocument/2006/relationships" id="262" r:id="R96a7118eb0ed4442"/>
    <p:sldId xmlns:r="http://schemas.openxmlformats.org/officeDocument/2006/relationships" id="263" r:id="R0997fb98f12c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1861ba3a645ab" /><Relationship Type="http://schemas.openxmlformats.org/officeDocument/2006/relationships/slideMaster" Target="/ppt/slideMasters/slideMaster1.xml" Id="R317ab48ce82943b5" /><Relationship Type="http://schemas.openxmlformats.org/officeDocument/2006/relationships/notesMaster" Target="/ppt/notesMasters/notesMaster1.xml" Id="R51ea8921194f496d" /><Relationship Type="http://schemas.openxmlformats.org/officeDocument/2006/relationships/presProps" Target="/ppt/presProps.xml" Id="R75fa0ab658a946ad" /><Relationship Type="http://schemas.openxmlformats.org/officeDocument/2006/relationships/tableStyles" Target="/ppt/tableStyles.xml" Id="R124739aaf5d64ab8" /><Relationship Type="http://schemas.openxmlformats.org/officeDocument/2006/relationships/slide" Target="/ppt/slides/slide1.xml" Id="Rb8d60d206a3d469c" /><Relationship Type="http://schemas.openxmlformats.org/officeDocument/2006/relationships/slide" Target="/ppt/slides/slide2.xml" Id="Rdd71ef1c12404e58" /><Relationship Type="http://schemas.openxmlformats.org/officeDocument/2006/relationships/slide" Target="/ppt/slides/slide3.xml" Id="Rfef05d1d4b714096" /><Relationship Type="http://schemas.openxmlformats.org/officeDocument/2006/relationships/slide" Target="/ppt/slides/slide4.xml" Id="R100fe2a702da4515" /><Relationship Type="http://schemas.openxmlformats.org/officeDocument/2006/relationships/slide" Target="/ppt/slides/slide5.xml" Id="Rc62091bef3c14364" /><Relationship Type="http://schemas.openxmlformats.org/officeDocument/2006/relationships/slide" Target="/ppt/slides/slide6.xml" Id="R28bdf01c9c504b1b" /><Relationship Type="http://schemas.openxmlformats.org/officeDocument/2006/relationships/slide" Target="/ppt/slides/slide7.xml" Id="R96a7118eb0ed4442" /><Relationship Type="http://schemas.openxmlformats.org/officeDocument/2006/relationships/slide" Target="/ppt/slides/slide8.xml" Id="R0997fb98f12c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153c229cf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6cd666d664232" /><Relationship Type="http://schemas.openxmlformats.org/officeDocument/2006/relationships/notesMaster" Target="/ppt/notesMasters/notesMaster1.xml" Id="Rfaeb5aa0d9f749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8a2e6ac3c44cf" /><Relationship Type="http://schemas.openxmlformats.org/officeDocument/2006/relationships/notesMaster" Target="/ppt/notesMasters/notesMaster1.xml" Id="R43ddfbec8785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0623d49fd94181" /><Relationship Type="http://schemas.openxmlformats.org/officeDocument/2006/relationships/notesMaster" Target="/ppt/notesMasters/notesMaster1.xml" Id="Rcf835cc5c898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94c5d7d17458c" /><Relationship Type="http://schemas.openxmlformats.org/officeDocument/2006/relationships/notesMaster" Target="/ppt/notesMasters/notesMaster1.xml" Id="Rf26e5d3f878c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93aef9ec94671" /><Relationship Type="http://schemas.openxmlformats.org/officeDocument/2006/relationships/notesMaster" Target="/ppt/notesMasters/notesMaster1.xml" Id="R1d753e4cedfe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5aa5df7f347d7" /><Relationship Type="http://schemas.openxmlformats.org/officeDocument/2006/relationships/notesMaster" Target="/ppt/notesMasters/notesMaster1.xml" Id="R87750e3f3abe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cf2d3e3d0540d5" /><Relationship Type="http://schemas.openxmlformats.org/officeDocument/2006/relationships/notesMaster" Target="/ppt/notesMasters/notesMaster1.xml" Id="Rc1463bedc7e2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5afa5d1134834" /><Relationship Type="http://schemas.openxmlformats.org/officeDocument/2006/relationships/notesMaster" Target="/ppt/notesMasters/notesMaster1.xml" Id="R6be84ba146924d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2026-06-18 보고서의 색상과 구성을 참고해 최신 월별 이력 보고서로 재구성했습니다.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AGENTS.md, Git 이력, docs/RELEASE_STATUS_20260909.md, docs/RELEASE_STATUS_20260912.md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 AGENTS.md 및 Git 작업 기록. 실장비 검증 여부는 당시 기록을 기준으로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최신 EXE 정보는 docs/RELEASE_STATUS_20260912.md를 기준으로 합니다. 현장 검증과 자동 테스트는 구분해 표기했습니다.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c2584ab09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70d633f4d4967" /><Relationship Type="http://schemas.openxmlformats.org/officeDocument/2006/relationships/slideLayout" Target="/ppt/slideLayouts/slideLayout1.xml" Id="Rc9f0a23ca5d1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0a23ca5d1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bcc059b174185" /><Relationship Type="http://schemas.openxmlformats.org/officeDocument/2006/relationships/notesSlide" Target="/ppt/notesSlides/notesSlide1.xml" Id="R6bcbf10d6db940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86964802e4bcb" /><Relationship Type="http://schemas.openxmlformats.org/officeDocument/2006/relationships/notesSlide" Target="/ppt/notesSlides/notesSlide2.xml" Id="R94e277c552344e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4c77ddd044b7e" /><Relationship Type="http://schemas.openxmlformats.org/officeDocument/2006/relationships/notesSlide" Target="/ppt/notesSlides/notesSlide3.xml" Id="R135341607a0e48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b8ceb9a0a4d29" /><Relationship Type="http://schemas.openxmlformats.org/officeDocument/2006/relationships/notesSlide" Target="/ppt/notesSlides/notesSlide4.xml" Id="R3a9a0b234cd741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ee4c253b54bdc" /><Relationship Type="http://schemas.openxmlformats.org/officeDocument/2006/relationships/notesSlide" Target="/ppt/notesSlides/notesSlide5.xml" Id="Rd1f115f41be945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b734c32894c83" /><Relationship Type="http://schemas.openxmlformats.org/officeDocument/2006/relationships/notesSlide" Target="/ppt/notesSlides/notesSlide6.xml" Id="R8fadca8bf624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7f86b99bc4e11" /><Relationship Type="http://schemas.openxmlformats.org/officeDocument/2006/relationships/notesSlide" Target="/ppt/notesSlides/notesSlide7.xml" Id="R7a6e98d96dea4d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2da26604d4927" /><Relationship Type="http://schemas.openxmlformats.org/officeDocument/2006/relationships/notesSlide" Target="/ppt/notesSlides/notesSlide8.xml" Id="R4bf81ce9008b45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A8515-D56A-4763-BBD1-85AF294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3M Instrument Logger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83A63-053D-4E49-8434-BA84B9F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월별·계측기별 개발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8C53A-DD9E-443E-88BC-CACE0F3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1044B-4E23-4D7B-A0B0-87F4728E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6월부터 9월까지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44362-1674-4FFA-9B1C-0C763F8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63D6AA"/>
                </a:solidFill>
                <a:latin typeface="맑은 고딕"/>
                <a:ea typeface="맑은 고딕"/>
                <a:cs typeface="맑은 고딕"/>
              </a:rPr>
              <a:t>통합 카드 13개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7B5FE-99EC-4092-8B56-CE43C1E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최신 배포  v1.0.0-rc.2  ·  Build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C608D-AE02-4778-8276-DE7C68D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기준 문서  AGENTS.md · 릴리즈 상태 · Git 이력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ED5D8-AB3D-46D2-82C0-9AC661B3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28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2026. 09. 14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86C37-5D78-4955-B374-1901039D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68AF2-F6D5-4686-A8C7-3B7F5FD2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2865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D6E7FA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35654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6E976-B754-4B7D-A480-275FFA0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2F4EE-FDE6-4842-AB01-313FFC1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BD23-CB74-4B21-8E79-28608B25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기존 계측기 8종의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4C234-17BC-4CFC-8089-64A3DE09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366C-638F-441D-87D9-0D02E5A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DDD93-C752-498C-9E89-416AE1B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8B07-2499-4CCE-83FC-BDA487DF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Hioki 3540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표·그래프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2700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웹 통합</a:t>
                      </a:r>
                    </a:p>
                    <a:p>
                      <a:r>
                        <a:t>오버레인지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Mitutoyo 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7-E-2 통신</a:t>
                      </a:r>
                    </a:p>
                    <a:p>
                      <a:r>
                        <a:t>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한·영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SCPI·채널 스캔</a:t>
                      </a:r>
                    </a:p>
                    <a:p>
                      <a:r>
                        <a:t>그래프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 회귀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-213 시퀀스 수정</a:t>
                      </a:r>
                    </a:p>
                    <a:p>
                      <a:r>
                        <a:t>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언어·그룹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레이아웃·문서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언어 전환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Raw 수집·다중 구간 통계</a:t>
                      </a:r>
                    </a:p>
                    <a:p>
                      <a:r>
                        <a:t>XLSX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PT-2000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WebHID 통합</a:t>
                      </a:r>
                    </a:p>
                    <a:p>
                      <a:r>
                        <a:t>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LT-1000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통신·사용 가이드</a:t>
                      </a:r>
                    </a:p>
                    <a:p>
                      <a:r>
                        <a:t>캘리브레이션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UI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492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653BA-3435-4A73-9272-9DF8966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58CA0-7D94-4C5B-92D2-1B777C72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월별 계측기 작업 지도 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59606-382B-45BC-9C4D-0043B16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신규 계측기와 소프트웨어 도구의 월별 주요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B8A5-EAFC-4B34-9AF1-BDBA388D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D5A25-D285-468E-A971-CB21E810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75B9F-47EC-4751-B01F-3A5DCDD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8B7DC-26DE-4057-B98C-F507332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61950" y="1314450"/>
          <a:ext xmlns:a="http://schemas.openxmlformats.org/drawingml/2006/main" cx="11468100" cy="491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209800"/>
                <a:gridCol w="2209800"/>
                <a:gridCol w="2209800"/>
                <a:gridCol w="2762250"/>
              </a:tblGrid>
              <a:tr h="438150">
                <a:tc>
                  <a:txBody>
                    <a:bodyPr/>
                    <a:lstStyle/>
                    <a:p>
                      <a:r>
                        <a:t>계측기·도구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9월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3채널·사이클·트래킹</a:t>
                      </a:r>
                    </a:p>
                    <a:p>
                      <a:r>
                        <a:t>Excel·평가 목록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레이아웃·릴리즈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신규 통합</a:t>
                      </a:r>
                    </a:p>
                    <a:p>
                      <a:r>
                        <a:t>RS-232·GPIB·2/4-Wire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4-Wire 실측</a:t>
                      </a:r>
                    </a:p>
                    <a:p>
                      <a:r>
                        <a:t>그래프·mA 표시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편집·검색·인쇄</a:t>
                      </a:r>
                    </a:p>
                    <a:p>
                      <a:r>
                        <a:t>시리얼 범위 출력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</a:t>
                      </a:r>
                    </a:p>
                    <a:p>
                      <a:r>
                        <a:t>Excel·ZIP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다국어·저장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공통 레이아웃 점검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혼합 배치·브릿지</a:t>
                      </a:r>
                    </a:p>
                    <a:p>
                      <a:r>
                        <a:t>제조용 DWG/DXF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057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DBE1-CD8B-4A74-94A7-229E8F23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8EB38-1E78-4ECD-928A-6906E38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6월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221A2-09E9-49F1-9ED5-3C4EEB3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통합 웹 프로그램과 주요 계측기 통신 기반 구축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691EB-FF68-46ED-8830-4692467D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9B5A5-7E14-4960-BFFD-1CDE607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9BA53-E0BE-41A8-A01E-381BDE94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19B03-9F81-41EE-B76D-1F97090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웹 앱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런처, Web Serial 연결, 반응형 화면, 결과 표와 그래프 기반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DAQ-6510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SCPI -113 수정, 수동 릴레이 채널 스캔, 4-Wire 페어링, 채널별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Agilent 4339B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BUS Trigger 기반 시퀀스 재작성, -213 해결, 충전 카운트다운과 수염차트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확인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VL-50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9600 bps 7-E-2 통신, GA01 폴링, 소수점 5자리와 그룹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PT/LT/SP 계열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측정 데이터 수신, 결과표, 그룹 통계 그래프와 사용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구축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USB 현미경 연결 안정화, 촬영 파일 자동 이름, Excel·ZIP 내보내기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런처 카드 미표시 원인인 모듈·MIME·저장 주입 문제 수정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재빌드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A707D-FB73-4F4E-8327-4E70551D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73A03-41D0-4139-856E-E410279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6월의 핵심은 여러 개의 독립 프로그램을 하나의 웹 앱과 EXE 배포 구조로 묶은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547552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91FF5-F3F6-4B69-8C97-7675A976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F2E4E-FA76-4ECC-95F8-E3E7AA0B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7월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8D3A9-A68C-4ED7-9E8A-4625B88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PST-3202 평가 기능과 공통 사용성 집중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F47A-3B8B-42E0-893A-C94CB8A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97437-9D96-4DA8-AAAE-94A8B3D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74BF4-3821-4B36-A4BD-205DC8E9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58694-4B78-4497-B7F0-5BE6333C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 동기화, 입력 검증, Auto Clamp, 독립·직렬·병렬 트래킹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사이클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트래킹 모드 CH1↔CH2 단계값과 OVP 상태 동기화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수정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데이터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목록 가져오기·내보내기, 제품명 필터, 재측정 확인, 소요 시간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 Excel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그래프 빈 화면 수정, Graph·Raw Data 우측 순차 배치, 범례 개선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언어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그리드와 커스텀 계측기의 한국어·영어 전환 전수 점검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잔여 한글 0건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계측기별 MD 매뉴얼과 PST-3202 PDF 사용자 설명서 작성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Photo Editor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EXE 저장 폴백과 Excel/JPEG ZIP 내보내기 안정화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51F9C-7830-453E-86A3-7C119AF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5D4E5-8A50-4340-AC6C-B9CF007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7월 작업의 중심은 PST-3202였으며 데이터 저장과 Excel 결과물까지 사용 흐름을 완성했습니다.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68608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9587F-9DC8-4ED5-A3CE-9BFF73B1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7EE17-98F5-42CA-8EB7-BCFE787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8월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6565-7BA1-4E63-9987-C3F45658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Keithley 2400 신규 통합과 단일 EXE 운영 규칙 확립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D8D4-3B11-454F-85B0-8BE849F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0B8AA-9409-4C86-A956-2994007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D272-114B-4A44-8E4C-90B751F8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B81C6-FF3D-4A8C-ACCB-51D60910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연결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RS-232 Web Serial과 GPIB/VISA 연결, COM 포트 표시 보완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측정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전압·전류 인가, 2/4-Wire, 단일·시간·Sweep·반복 사이클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안전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OFF, Compliance 감시, 22W 제한, 전압 200V 앱 제한, 자동 OVP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 결과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평가 누적, 복수 선택 그래프, Raw Data와 대시보드 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배포 운영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통합 EXE를 한 개만 유지하고 새 빌드가 성공한 뒤 기존 파일 교체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규칙 확정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잔여 검증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낮은 저항 더미 부하의 전면 표시와 실제 Compliance 비교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추가 확인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BCE66-475D-44D9-B6EF-753E773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3423E-3E8F-4452-96F6-0EC11B6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8월부터 2400은 RS-232와 GPIB에서 같은 측정·그래프·XLSX 기능을 사용하도록 통합됐습니다.</a:t>
            </a:r>
          </a:p>
        </p:txBody>
      </p:sp>
    </p:spTree>
    <p:extLst>
      <p:ext uri="{BB962C8B-B14F-4D97-AF65-F5344CB8AC3E}">
        <p14:creationId xmlns:p14="http://schemas.microsoft.com/office/powerpoint/2010/main" val="1281801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5C941-FD4A-42EF-B170-71B49F9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20D4-BAC2-4917-B817-2A8D639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9월 작업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27DCC-2B8C-4B9E-B5D5-451B9A0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실측 데이터 검증, 그래프 분석, 라벨 인쇄와 CAD 설계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4B4F7-1318-49E6-A358-A2AF7ADD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50EE5-DD55-4BAA-92BC-6D92D4C6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B8DB6-4A65-45E9-9549-A557259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0793D-04DA-4382-AC69-27E5977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6191250"/>
                <a:gridCol w="2581275"/>
              </a:tblGrid>
              <a:tr h="476250">
                <a:tc>
                  <a:txBody>
                    <a:bodyPr/>
                    <a:lstStyle/>
                    <a:p>
                      <a:r>
                        <a:t>계측기·영역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작업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9V·4-Wire·FAST 실측, 전류 mA 소수점 5자리, 단일/복수 그래프 범례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실측 완료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 / TL-2200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Raw 수집, 다중 드래그 구간, 평균·최소·최대, XLSX 대시보드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기능 반영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Epson OK900P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프린터 검색, 테이프 폭 비례 조정, 자유 회전, 다중 선택, 범위 인쇄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혼합 배치, 수동 여백, 브릿지·제거 영역, 제조/검토 DWG·DXF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자동 검증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공통 레이아웃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카드 전환 시 1/2/3열 자동 판정, 빈 우측 여백 제거, 그래프 재렌더링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회귀 테스트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문서와 배포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13개 카드 매뉴얼·릴리즈 문서 정리, rc.2 Build 2 통합 EXE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빌드 완료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B0D3-E809-4036-B192-6E29EC7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1201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BFCF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0FFA9-68C2-4C36-A94C-E5BEC2F1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Etching Design의 CAD 자동 검증은 통과했지만 실제 제조 공정 검증은 별도로 진행해야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405361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84ECF-3B4B-410E-9F15-AF543CD2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08833-9952-4181-8C2A-0152E60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상태와 다음 확인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8EF6-34FE-4CB3-A409-E1B3114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C7DBF4"/>
                </a:solidFill>
                <a:latin typeface="맑은 고딕"/>
                <a:ea typeface="맑은 고딕"/>
                <a:cs typeface="맑은 고딕"/>
              </a:rPr>
              <a:t>2026년 9월 14일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BB3CF-B7A1-494B-B3A0-3091412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2026.09.14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BA056-CDB5-4AE1-9A5E-E5373680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7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C0269-CCE2-4E73-B492-8153869B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62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3M Korea  계측기 통합 관리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04C4B-5B93-44D6-8DC9-E221B4C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DCE8F8"/>
                </a:solidFill>
                <a:latin typeface="맑은 고딕"/>
                <a:ea typeface="맑은 고딕"/>
                <a:cs typeface="맑은 고딕"/>
              </a:rPr>
              <a:t>Confidential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628900"/>
              </a:tblGrid>
              <a:tr h="591911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현재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통합 프로그램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계측기·도구 13개 등록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최신 EXE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v1.0.0-rc.2 · Build 2 · 파일 버전 1.0.0.2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배포 가능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SP-2100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다중 구간 분석과 XLSX 반영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소스·EXE 포함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PST-3202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3채널·트래킹·사이클 구현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실기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Keithley 2400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9V 4-Wire 실측 완료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더미 부하 추가 확인</a:t>
                      </a:r>
                    </a:p>
                  </a:txBody>
                  <a:tcPr marL="91440" marR="91440" marT="45720" marB="45720"/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204778"/>
                          </a:solidFill>
                        </a:rPr>
                        <a:t>Etching Design</a:t>
                      </a:r>
                    </a:p>
                  </a:txBody>
                  <a:tcPr marL="91440" marR="91440" marT="45720" marB="45720">
                    <a:solidFill>
                      <a:srgbClr val="D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기하·제조 파일 자동 테스트 통과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현장 제조 검증 필요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2F3DA-B9CA-48BA-9D66-A1B12F4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04778"/>
                </a:solidFill>
                <a:latin typeface="맑은 고딕"/>
                <a:ea typeface="맑은 고딕"/>
                <a:cs typeface="맑은 고딕"/>
              </a:rPr>
              <a:t>상세 기준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04D9-5CD6-40A8-B964-E81AE8B5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816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5D6D82"/>
                </a:solidFill>
                <a:latin typeface="맑은 고딕"/>
                <a:ea typeface="맑은 고딕"/>
                <a:cs typeface="맑은 고딕"/>
              </a:rPr>
              <a:t>AGENTS.md  ·  docs/RELEASE_STATUS_20260912.md  ·  계측기별 통신 및 사용자 매뉴얼</a:t>
            </a:r>
          </a:p>
        </p:txBody>
      </p:sp>
    </p:spTree>
    <p:extLst>
      <p:ext uri="{BB962C8B-B14F-4D97-AF65-F5344CB8AC3E}">
        <p14:creationId xmlns:p14="http://schemas.microsoft.com/office/powerpoint/2010/main" val="392129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2026-09-13T22:06:34.2600000Z</dcterms:created>
  <dcterms:modified xsi:type="dcterms:W3CDTF">2026-09-13T22:06:34.2600000Z</dcterms:modified>
</coreProperties>
</file>