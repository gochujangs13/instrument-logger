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c1c42365343a1" /><Relationship Type="http://schemas.openxmlformats.org/officeDocument/2006/relationships/extended-properties" Target="/docProps/app.xml" Id="R7d9b937cdd634c03" /><Relationship Type="http://schemas.openxmlformats.org/officeDocument/2006/relationships/officeDocument" Target="/ppt/presentation.xml" Id="Rac4f47a07d8e47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6ca08956684e31"/>
  </p:sldMasterIdLst>
  <p:notesMasterIdLst>
    <p:notesMasterId xmlns:r="http://schemas.openxmlformats.org/officeDocument/2006/relationships" r:id="R9c48016ec9e44006"/>
  </p:notesMasterIdLst>
  <p:sldIdLst>
    <p:sldId xmlns:r="http://schemas.openxmlformats.org/officeDocument/2006/relationships" id="256" r:id="R7c6651c4e8394f92"/>
    <p:sldId xmlns:r="http://schemas.openxmlformats.org/officeDocument/2006/relationships" id="257" r:id="R4745ebf7c90c427a"/>
    <p:sldId xmlns:r="http://schemas.openxmlformats.org/officeDocument/2006/relationships" id="258" r:id="R28804508170942c5"/>
    <p:sldId xmlns:r="http://schemas.openxmlformats.org/officeDocument/2006/relationships" id="259" r:id="Rf0dda9e914894a6b"/>
    <p:sldId xmlns:r="http://schemas.openxmlformats.org/officeDocument/2006/relationships" id="260" r:id="Reb811aeb0d674dc5"/>
    <p:sldId xmlns:r="http://schemas.openxmlformats.org/officeDocument/2006/relationships" id="261" r:id="R073d2aa429824a01"/>
    <p:sldId xmlns:r="http://schemas.openxmlformats.org/officeDocument/2006/relationships" id="262" r:id="Re28303923a5b4949"/>
    <p:sldId xmlns:r="http://schemas.openxmlformats.org/officeDocument/2006/relationships" id="263" r:id="Ra104bbfb01a64c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97b6ae1b294f92" /><Relationship Type="http://schemas.openxmlformats.org/officeDocument/2006/relationships/slideMaster" Target="/ppt/slideMasters/slideMaster1.xml" Id="R3c6ca08956684e31" /><Relationship Type="http://schemas.openxmlformats.org/officeDocument/2006/relationships/notesMaster" Target="/ppt/notesMasters/notesMaster1.xml" Id="R9c48016ec9e44006" /><Relationship Type="http://schemas.openxmlformats.org/officeDocument/2006/relationships/presProps" Target="/ppt/presProps.xml" Id="Rb69d5d6a49984475" /><Relationship Type="http://schemas.openxmlformats.org/officeDocument/2006/relationships/tableStyles" Target="/ppt/tableStyles.xml" Id="R2fa1e24f8a584206" /><Relationship Type="http://schemas.openxmlformats.org/officeDocument/2006/relationships/slide" Target="/ppt/slides/slide1.xml" Id="R7c6651c4e8394f92" /><Relationship Type="http://schemas.openxmlformats.org/officeDocument/2006/relationships/slide" Target="/ppt/slides/slide2.xml" Id="R4745ebf7c90c427a" /><Relationship Type="http://schemas.openxmlformats.org/officeDocument/2006/relationships/slide" Target="/ppt/slides/slide3.xml" Id="R28804508170942c5" /><Relationship Type="http://schemas.openxmlformats.org/officeDocument/2006/relationships/slide" Target="/ppt/slides/slide4.xml" Id="Rf0dda9e914894a6b" /><Relationship Type="http://schemas.openxmlformats.org/officeDocument/2006/relationships/slide" Target="/ppt/slides/slide5.xml" Id="Reb811aeb0d674dc5" /><Relationship Type="http://schemas.openxmlformats.org/officeDocument/2006/relationships/slide" Target="/ppt/slides/slide6.xml" Id="R073d2aa429824a01" /><Relationship Type="http://schemas.openxmlformats.org/officeDocument/2006/relationships/slide" Target="/ppt/slides/slide7.xml" Id="Re28303923a5b4949" /><Relationship Type="http://schemas.openxmlformats.org/officeDocument/2006/relationships/slide" Target="/ppt/slides/slide8.xml" Id="Ra104bbfb01a64c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16cdb15a8d4f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ad92a1d3f4990" /><Relationship Type="http://schemas.openxmlformats.org/officeDocument/2006/relationships/notesMaster" Target="/ppt/notesMasters/notesMaster1.xml" Id="Rf5f608a6dc3447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7ce72e58346cb" /><Relationship Type="http://schemas.openxmlformats.org/officeDocument/2006/relationships/notesMaster" Target="/ppt/notesMasters/notesMaster1.xml" Id="R33ff3b9043ad40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b8a3852448467a" /><Relationship Type="http://schemas.openxmlformats.org/officeDocument/2006/relationships/notesMaster" Target="/ppt/notesMasters/notesMaster1.xml" Id="R9a027cad7eba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a3519a6783461e" /><Relationship Type="http://schemas.openxmlformats.org/officeDocument/2006/relationships/notesMaster" Target="/ppt/notesMasters/notesMaster1.xml" Id="Rb06c5c86f7f741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d516059f0415a" /><Relationship Type="http://schemas.openxmlformats.org/officeDocument/2006/relationships/notesMaster" Target="/ppt/notesMasters/notesMaster1.xml" Id="R3f0627b0c2fa42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7545ff039a4ef0" /><Relationship Type="http://schemas.openxmlformats.org/officeDocument/2006/relationships/notesMaster" Target="/ppt/notesMasters/notesMaster1.xml" Id="R0bf6296f73cb4a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5ff1ae0b63464e" /><Relationship Type="http://schemas.openxmlformats.org/officeDocument/2006/relationships/notesMaster" Target="/ppt/notesMasters/notesMaster1.xml" Id="R80eccbedc479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b6a5c9a4704601" /><Relationship Type="http://schemas.openxmlformats.org/officeDocument/2006/relationships/notesMaster" Target="/ppt/notesMasters/notesMaster1.xml" Id="Rc623695812c7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2026-06-18 보고서의 색상과 구성을 참고해 최신 월별 이력 보고서로 재구성했습니다.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AGENTS.md, Git 이력, docs/RELEASE_STATUS_20260909.md, docs/RELEASE_STATUS_20260912.md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AGENTS.md, Git 이력, docs/RELEASE_STATUS_20260909.md, docs/RELEASE_STATUS_20260912.md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최신 EXE 정보는 docs/RELEASE_STATUS_20260912.md를 기준으로 합니다. 현장 검증과 자동 테스트는 구분해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7e76753f1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c0710acc244c6f" /><Relationship Type="http://schemas.openxmlformats.org/officeDocument/2006/relationships/slideLayout" Target="/ppt/slideLayouts/slideLayout1.xml" Id="R7ba4fb2352644d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a4fb2352644d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7bd9c3368424e" /><Relationship Type="http://schemas.openxmlformats.org/officeDocument/2006/relationships/notesSlide" Target="/ppt/notesSlides/notesSlide1.xml" Id="Rfcd2c42b2586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863d353ac4172" /><Relationship Type="http://schemas.openxmlformats.org/officeDocument/2006/relationships/notesSlide" Target="/ppt/notesSlides/notesSlide2.xml" Id="R4bcd3316c2a04d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43e02b36b45e0" /><Relationship Type="http://schemas.openxmlformats.org/officeDocument/2006/relationships/notesSlide" Target="/ppt/notesSlides/notesSlide3.xml" Id="Rbc21c21e886c48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2dc1962fd460e" /><Relationship Type="http://schemas.openxmlformats.org/officeDocument/2006/relationships/notesSlide" Target="/ppt/notesSlides/notesSlide4.xml" Id="Rc4e1ec7fa0ee48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60bad27e740c1" /><Relationship Type="http://schemas.openxmlformats.org/officeDocument/2006/relationships/notesSlide" Target="/ppt/notesSlides/notesSlide5.xml" Id="R7e1349cf530148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3388f539f43a1" /><Relationship Type="http://schemas.openxmlformats.org/officeDocument/2006/relationships/notesSlide" Target="/ppt/notesSlides/notesSlide6.xml" Id="Reeb940c688e247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2110cb5924df7" /><Relationship Type="http://schemas.openxmlformats.org/officeDocument/2006/relationships/notesSlide" Target="/ppt/notesSlides/notesSlide7.xml" Id="R1c98c1ee76b1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94fed1286493b" /><Relationship Type="http://schemas.openxmlformats.org/officeDocument/2006/relationships/notesSlide" Target="/ppt/notesSlides/notesSlide8.xml" Id="R9ff6389f91f94f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8325B-E910-49A8-973A-29AFC8E1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3M Instrument Logger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18C40-ED1C-45D0-BE89-B7A68816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월별·계측기별 개발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6D16F-586E-4C69-8FB9-1FA67699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30A07-6492-44EB-8D99-3A6BAC9A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6월부터 9월까지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6AC5E-C78F-4C7D-93CC-D00B20C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3D6AA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63D6AA"/>
                </a:solidFill>
                <a:latin typeface="맑은 고딕"/>
                <a:ea typeface="맑은 고딕"/>
                <a:cs typeface="맑은 고딕"/>
              </a:rPr>
              <a:t>통합 카드 13개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95421-7E46-4EA2-A107-BD3B3192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최신 배포  v1.0.0-rc.2  ·  Build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FDF2B-2918-44BF-A157-9761B612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기준 문서  AGENTS.md · 릴리즈 상태 · Git 이력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67777-5403-45C7-B94A-113129CD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286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2026. 09. 14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1A23B-6B5E-484F-BD98-C4D68D79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433C2-7B63-40D4-8384-73E0C618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2865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61238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1A413-27B0-46C7-BC56-E3731A8C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47424-A1EA-4CD2-BC48-BE79967C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월별 계측기 작업 지도 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EC2A4-1A93-42F3-A09B-D947A06C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기존 계측기 8종의 월별 주요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4832D-1E20-4FA8-8341-8A100761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5329-49A8-40A3-A043-D8DAD592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A2609-2E6F-45C1-A721-997677AA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6046A-652B-4E68-A712-A6AD9C77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61950" y="1314450"/>
          <a:ext xmlns:a="http://schemas.openxmlformats.org/drawingml/2006/main" cx="11468100" cy="491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209800"/>
                <a:gridCol w="2209800"/>
                <a:gridCol w="2209800"/>
                <a:gridCol w="2762250"/>
              </a:tblGrid>
              <a:tr h="438150">
                <a:tc>
                  <a:txBody>
                    <a:bodyPr/>
                    <a:lstStyle/>
                    <a:p>
                      <a:r>
                        <a:t>계측기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9월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Hioki 3540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웹 통합</a:t>
                      </a:r>
                    </a:p>
                    <a:p>
                      <a:r>
                        <a:t>표·그래프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2700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웹 통합</a:t>
                      </a:r>
                    </a:p>
                    <a:p>
                      <a:r>
                        <a:t>오버레인지 처리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Mitutoyo VL-50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7-E-2 통신</a:t>
                      </a:r>
                    </a:p>
                    <a:p>
                      <a:r>
                        <a:t>그룹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DAQ-6510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SCPI·채널 스캔</a:t>
                      </a:r>
                    </a:p>
                    <a:p>
                      <a:r>
                        <a:t>그래프 수정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 회귀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Agilent 4339B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-213 시퀀스 수정</a:t>
                      </a:r>
                    </a:p>
                    <a:p>
                      <a:r>
                        <a:t>수염차트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언어·그룹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레이아웃·문서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 / TL-2200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통신·그래프 기반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언어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Raw 수집·다중 구간 통계</a:t>
                      </a:r>
                    </a:p>
                    <a:p>
                      <a:r>
                        <a:t>XLSX 반영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PT-2000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WebHID 통합</a:t>
                      </a:r>
                    </a:p>
                    <a:p>
                      <a:r>
                        <a:t>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LT-1000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통신·사용 가이드</a:t>
                      </a:r>
                    </a:p>
                    <a:p>
                      <a:r>
                        <a:t>캘리브레이션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839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27D13-CC02-4B7A-A951-AF4CFCF2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06BA6-14A5-49B3-85C4-4763205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월별 계측기 작업 지도 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B87C8-7F37-4F6B-9187-81707F71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신규 계측기와 소프트웨어 도구의 월별 주요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0F8EC-B63E-4274-9BF0-C6DC3837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9E39-56F2-49CC-960E-F91D2380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B586D-0DF6-40AF-A06B-3C3DE733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989C8-DEE0-4104-93DC-CB64F6E4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61950" y="1314450"/>
          <a:ext xmlns:a="http://schemas.openxmlformats.org/drawingml/2006/main" cx="11468100" cy="491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209800"/>
                <a:gridCol w="2209800"/>
                <a:gridCol w="2209800"/>
                <a:gridCol w="2762250"/>
              </a:tblGrid>
              <a:tr h="438150">
                <a:tc>
                  <a:txBody>
                    <a:bodyPr/>
                    <a:lstStyle/>
                    <a:p>
                      <a:r>
                        <a:t>계측기·도구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9월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3채널·사이클·트래킹</a:t>
                      </a:r>
                    </a:p>
                    <a:p>
                      <a:r>
                        <a:t>Excel·평가 목록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레이아웃·릴리즈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신규 통합</a:t>
                      </a:r>
                    </a:p>
                    <a:p>
                      <a:r>
                        <a:t>RS-232·GPIB·2/4-Wire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4-Wire 실측</a:t>
                      </a:r>
                    </a:p>
                    <a:p>
                      <a:r>
                        <a:t>그래프·mA 표시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Epson OK900P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편집·검색·인쇄</a:t>
                      </a:r>
                    </a:p>
                    <a:p>
                      <a:r>
                        <a:t>시리얼 범위 출력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USB 현미경</a:t>
                      </a:r>
                    </a:p>
                    <a:p>
                      <a:r>
                        <a:t>Excel·ZIP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다국어·저장 보완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혼합 배치·브릿지</a:t>
                      </a:r>
                    </a:p>
                    <a:p>
                      <a:r>
                        <a:t>제조용 DWG/DXF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253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94924-F7FD-474E-A591-A10B06E9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09CDA-AA31-4D3E-8632-1FC52626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6월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A6C13-139F-45D5-9B92-066FD2B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통합 웹 프로그램과 주요 계측기 통신 기반 구축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83195-B360-43B8-A99F-B32BB205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0151F-755E-498C-BF63-D24AEFE1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88717-4DB1-448F-8FD4-C4CCD642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894A3-B0EB-44EC-BDC2-DC714901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웹 앱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통합 런처, Web Serial 연결, 반응형 화면, 결과 표와 그래프 기반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DAQ-6510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SCPI -113 수정, 수동 릴레이 채널 스캔, 4-Wire 페어링, 채널별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확인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Agilent 4339B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BUS Trigger 기반 시퀀스 재작성, -213 해결, 충전 카운트다운과 수염차트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확인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VL-50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9600 bps 7-E-2 통신, GA01 폴링, 소수점 5자리와 그룹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PT/LT/SP 계열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측정 데이터 수신, 결과표, 그룹 통계 그래프와 사용 안내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구축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USB 현미경 연결 안정화, 촬영 파일 자동 이름, Excel·ZIP 내보내기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EXE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런처 카드 미표시 원인인 모듈·MIME·저장 주입 문제 수정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재빌드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28000-F8B7-4151-9A32-518B43CA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3E2CE-27BF-4BB9-BF00-67EB2A5A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6월의 핵심은 여러 개의 독립 프로그램을 하나의 웹 앱과 EXE 배포 구조로 묶은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062664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C8E91-F825-41C6-8765-E4229E3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022D5-1512-40D7-B0BF-CBC76ADC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7월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8F6A9-76AA-4D29-B89B-55B9F81D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PST-3202 평가 기능과 공통 사용성 집중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0D6FD-59EF-4A77-A7D2-2FA0AD67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43E8C-0F27-46D1-B4F7-23B62951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5A3F4-62F8-47C6-8C31-BE581A0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5CA6C-5530-4AB8-8E6B-6A151B82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3채널 동기화, 입력 검증, Auto Clamp, 독립·직렬·병렬 트래킹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사이클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트래킹 모드 CH1↔CH2 단계값과 OVP 상태 동기화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수정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데이터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평가 목록 가져오기·내보내기, 제품명 필터, 재측정 확인, 소요 시간 표시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Excel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그래프 빈 화면 수정, Graph·Raw Data 우측 순차 배치, 범례 개선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언어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그리드와 커스텀 계측기의 한국어·영어 전환 전수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잔여 한글 0건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문서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계측기별 MD 매뉴얼과 PST-3202 PDF 사용자 설명서 작성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EXE 저장 폴백과 Excel/JPEG ZIP 내보내기 안정화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9E5C9-3D24-49D9-9D90-7AE3C89B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003FE-6B94-4D13-AFB7-B4B6A438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7월 작업의 중심은 PST-3202였으며 데이터 저장과 Excel 결과물까지 사용 흐름을 완성했습니다.</a:t>
            </a:r>
          </a:p>
        </p:txBody>
      </p:sp>
    </p:spTree>
    <p:extLst>
      <p:ext uri="{BB962C8B-B14F-4D97-AF65-F5344CB8AC3E}">
        <p14:creationId xmlns:p14="http://schemas.microsoft.com/office/powerpoint/2010/main" val="1563743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71529-7EB0-4E9F-84E1-615236AC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06CEA-A587-4313-8E39-0D1FCE0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8월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DAAC1-55FF-491B-B96D-C3E71994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Keithley 2400 신규 통합과 단일 EXE 운영 규칙 확립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3C41F-F81B-45A3-B61D-B472AB66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ABC47-4C21-498A-95BA-34D05C60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2CDC1-AE6A-4AC6-B2FA-0B3480CB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52BF0-1DF8-4F62-BC55-C3F14EBE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연결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RS-232 Web Serial과 GPIB/VISA 연결, COM 포트 표시 보완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측정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전압·전류 인가, 2/4-Wire, 단일·시간·Sweep·반복 사이클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안전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OUTPUT OFF, Compliance 감시, 22W 제한, 전압 200V 앱 제한, 자동 OVP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결과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평가 누적, 복수 선택 그래프, Raw Data와 대시보드 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배포 운영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통합 EXE를 한 개만 유지하고 새 빌드가 성공한 뒤 기존 파일 교체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규칙 확정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잔여 검증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낮은 저항 더미 부하의 전면 표시와 실제 Compliance 비교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추가 확인 필요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A8286-8C70-4638-8E79-DC8224B8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234CC-1A9D-4B1D-844C-28BB9644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8월부터 2400은 RS-232와 GPIB에서 같은 측정·그래프·XLSX 기능을 사용하도록 통합됐습니다.</a:t>
            </a:r>
          </a:p>
        </p:txBody>
      </p:sp>
    </p:spTree>
    <p:extLst>
      <p:ext uri="{BB962C8B-B14F-4D97-AF65-F5344CB8AC3E}">
        <p14:creationId xmlns:p14="http://schemas.microsoft.com/office/powerpoint/2010/main" val="440072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69F5E-DC9D-41A4-A4CF-B98AFAA1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384D6-42D5-41BB-B9B9-8526C426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9월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06EFA-CD62-4704-AB54-B5602FE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실측 데이터 검증, 그래프 분석, 라벨 인쇄와 CAD 설계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4D8F9-14F8-45EE-A6C7-674ECB79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AF680-363A-4CF4-BD1B-9DEA8E2E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037AB-06DF-4F77-85EE-2E1628FC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C77C-9156-4D9F-AE35-EBD3508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9V·4-Wire·FAST 실측, 전류 mA 소수점 5자리, 단일/복수 그래프 범례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실측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 / TL-2200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Raw 수집, 다중 드래그 구간, 평균·최소·최대, XLSX 대시보드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반영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Epson OK900P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프린터 검색, 테이프 폭 비례 조정, 자유 회전, 다중 선택, 범위 인쇄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혼합 배치, 수동 여백, 브릿지·제거 영역, 제조/검토 DWG·DXF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자동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레이아웃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카드 전환 시 1/2/3열 자동 판정, 빈 우측 여백 제거, 그래프 재렌더링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회귀 테스트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문서와 배포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13개 카드 매뉴얼·릴리즈 문서 정리, rc.2 Build 2 통합 EXE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빌드 완료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52DD8-A4F4-4EE8-8E7B-E3EED9E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22D03-6F9A-4F87-996B-B3B15FD3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Etching Design의 CAD 자동 검증은 통과했지만 실제 제조 공정 검증은 별도로 진행해야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7585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262AD-063D-405B-B4C6-82D2C770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ADB2A-E3AE-4600-BB63-43DBEA03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상태와 다음 확인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224D0-0A93-4967-8966-26CA850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2026년 9월 14일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E4EAF-F3B7-4B03-BA7D-6115B96F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FD050-FEBB-4F07-9127-101A5BD7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9010C-29F9-4322-982F-EE79F21C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01FCF-CF5B-484A-9B3B-E65AF6D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191250"/>
                <a:gridCol w="2628900"/>
              </a:tblGrid>
              <a:tr h="591911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현재 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통합 프로그램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계측기·도구 13개 등록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최신 EXE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v1.0.0-rc.2 · Build 2 · 파일 버전 1.0.0.2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배포 가능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다중 구간 분석과 XLSX 반영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소스·EXE 포함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3채널·트래킹·사이클 구현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추가 확인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9V 4-Wire 실측 완료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더미 부하 추가 확인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기하·제조 파일 자동 테스트 통과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현장 제조 검증 필요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A7363-7BCA-4028-91E7-9ED0F144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81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4778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04778"/>
                </a:solidFill>
                <a:latin typeface="맑은 고딕"/>
                <a:ea typeface="맑은 고딕"/>
                <a:cs typeface="맑은 고딕"/>
              </a:rPr>
              <a:t>상세 기준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516FE-96D6-4778-93B3-0CC1E6BD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816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AGENTS.md  ·  docs/RELEASE_STATUS_20260912.md  ·  계측기별 통신 및 사용자 매뉴얼</a:t>
            </a:r>
          </a:p>
        </p:txBody>
      </p:sp>
    </p:spTree>
    <p:extLst>
      <p:ext uri="{BB962C8B-B14F-4D97-AF65-F5344CB8AC3E}">
        <p14:creationId xmlns:p14="http://schemas.microsoft.com/office/powerpoint/2010/main" val="2133499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2026-09-13T22:07:52.1790000Z</dcterms:created>
  <dcterms:modified xsi:type="dcterms:W3CDTF">2026-09-13T22:07:52.1790000Z</dcterms:modified>
</coreProperties>
</file>