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06ca30830e4aa8" /><Relationship Type="http://schemas.openxmlformats.org/officeDocument/2006/relationships/extended-properties" Target="/docProps/app.xml" Id="Rce2a02ba79a34e28" /><Relationship Type="http://schemas.openxmlformats.org/officeDocument/2006/relationships/officeDocument" Target="/ppt/presentation.xml" Id="Rb1233db462df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9da1545ac459c"/>
  </p:sldMasterIdLst>
  <p:notesMasterIdLst>
    <p:notesMasterId xmlns:r="http://schemas.openxmlformats.org/officeDocument/2006/relationships" r:id="R027c30c7e7644b40"/>
  </p:notesMasterIdLst>
  <p:sldIdLst>
    <p:sldId xmlns:r="http://schemas.openxmlformats.org/officeDocument/2006/relationships" id="256" r:id="Rcec88fe4165e4d51"/>
    <p:sldId xmlns:r="http://schemas.openxmlformats.org/officeDocument/2006/relationships" id="257" r:id="R25e45d9c9d8c4e8b"/>
    <p:sldId xmlns:r="http://schemas.openxmlformats.org/officeDocument/2006/relationships" id="258" r:id="Ra71249de49be4a48"/>
    <p:sldId xmlns:r="http://schemas.openxmlformats.org/officeDocument/2006/relationships" id="259" r:id="Rcf8497f2da7b4be5"/>
    <p:sldId xmlns:r="http://schemas.openxmlformats.org/officeDocument/2006/relationships" id="260" r:id="R1f9d07dba5534522"/>
    <p:sldId xmlns:r="http://schemas.openxmlformats.org/officeDocument/2006/relationships" id="261" r:id="R4ee6e965775c496c"/>
    <p:sldId xmlns:r="http://schemas.openxmlformats.org/officeDocument/2006/relationships" id="262" r:id="R6552f4d8ad0f425f"/>
    <p:sldId xmlns:r="http://schemas.openxmlformats.org/officeDocument/2006/relationships" id="263" r:id="R7155e9e27f9948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8dc534db6d4ef1" /><Relationship Type="http://schemas.openxmlformats.org/officeDocument/2006/relationships/slideMaster" Target="/ppt/slideMasters/slideMaster1.xml" Id="Rfd69da1545ac459c" /><Relationship Type="http://schemas.openxmlformats.org/officeDocument/2006/relationships/notesMaster" Target="/ppt/notesMasters/notesMaster1.xml" Id="R027c30c7e7644b40" /><Relationship Type="http://schemas.openxmlformats.org/officeDocument/2006/relationships/presProps" Target="/ppt/presProps.xml" Id="R264a256a8b774de6" /><Relationship Type="http://schemas.openxmlformats.org/officeDocument/2006/relationships/tableStyles" Target="/ppt/tableStyles.xml" Id="R0ad2800e88444297" /><Relationship Type="http://schemas.openxmlformats.org/officeDocument/2006/relationships/slide" Target="/ppt/slides/slide1.xml" Id="Rcec88fe4165e4d51" /><Relationship Type="http://schemas.openxmlformats.org/officeDocument/2006/relationships/slide" Target="/ppt/slides/slide2.xml" Id="R25e45d9c9d8c4e8b" /><Relationship Type="http://schemas.openxmlformats.org/officeDocument/2006/relationships/slide" Target="/ppt/slides/slide3.xml" Id="Ra71249de49be4a48" /><Relationship Type="http://schemas.openxmlformats.org/officeDocument/2006/relationships/slide" Target="/ppt/slides/slide4.xml" Id="Rcf8497f2da7b4be5" /><Relationship Type="http://schemas.openxmlformats.org/officeDocument/2006/relationships/slide" Target="/ppt/slides/slide5.xml" Id="R1f9d07dba5534522" /><Relationship Type="http://schemas.openxmlformats.org/officeDocument/2006/relationships/slide" Target="/ppt/slides/slide6.xml" Id="R4ee6e965775c496c" /><Relationship Type="http://schemas.openxmlformats.org/officeDocument/2006/relationships/slide" Target="/ppt/slides/slide7.xml" Id="R6552f4d8ad0f425f" /><Relationship Type="http://schemas.openxmlformats.org/officeDocument/2006/relationships/slide" Target="/ppt/slides/slide8.xml" Id="R7155e9e27f9948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97396e11742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bda6b4cbf4164" /><Relationship Type="http://schemas.openxmlformats.org/officeDocument/2006/relationships/notesMaster" Target="/ppt/notesMasters/notesMaster1.xml" Id="R7887431f6e084a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44bb8d16e74bc9" /><Relationship Type="http://schemas.openxmlformats.org/officeDocument/2006/relationships/notesMaster" Target="/ppt/notesMasters/notesMaster1.xml" Id="Rd475f7ad3ead44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1962047b3e4fb6" /><Relationship Type="http://schemas.openxmlformats.org/officeDocument/2006/relationships/notesMaster" Target="/ppt/notesMasters/notesMaster1.xml" Id="Rb270f1f2a9224d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c2362134954d89" /><Relationship Type="http://schemas.openxmlformats.org/officeDocument/2006/relationships/notesMaster" Target="/ppt/notesMasters/notesMaster1.xml" Id="R59c2a7eb8ab945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14a4d46ff741c5" /><Relationship Type="http://schemas.openxmlformats.org/officeDocument/2006/relationships/notesMaster" Target="/ppt/notesMasters/notesMaster1.xml" Id="R1030ddd7c0f747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9811ca81874fd6" /><Relationship Type="http://schemas.openxmlformats.org/officeDocument/2006/relationships/notesMaster" Target="/ppt/notesMasters/notesMaster1.xml" Id="R9ea1bf3866754f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da37345a344a7d" /><Relationship Type="http://schemas.openxmlformats.org/officeDocument/2006/relationships/notesMaster" Target="/ppt/notesMasters/notesMaster1.xml" Id="Rfe868225313f43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5b3bb10ce84397" /><Relationship Type="http://schemas.openxmlformats.org/officeDocument/2006/relationships/notesMaster" Target="/ppt/notesMasters/notesMaster1.xml" Id="R19cd1c4df2bc4a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2026-06-18 보고서의 색상과 구성을 참고해 최신 월별 이력 보고서로 재구성했습니다.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AGENTS.md, Git 이력, docs/RELEASE_STATUS_20260909.md, docs/RELEASE_STATUS_20260912.md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AGENTS.md, Git 이력, docs/RELEASE_STATUS_20260909.md, docs/RELEASE_STATUS_20260912.md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최신 EXE 정보는 docs/RELEASE_STATUS_20260912.md를 기준으로 합니다. 현장 검증과 자동 테스트는 구분해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4233d43e5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2d24a0457541f9" /><Relationship Type="http://schemas.openxmlformats.org/officeDocument/2006/relationships/slideLayout" Target="/ppt/slideLayouts/slideLayout1.xml" Id="Rfccca4b65a4246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cca4b65a4246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1b99208574833" /><Relationship Type="http://schemas.openxmlformats.org/officeDocument/2006/relationships/notesSlide" Target="/ppt/notesSlides/notesSlide1.xml" Id="R8491bc32a92b44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a21be967b4060" /><Relationship Type="http://schemas.openxmlformats.org/officeDocument/2006/relationships/notesSlide" Target="/ppt/notesSlides/notesSlide2.xml" Id="R07df737ae4674a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6f4baf33249ab" /><Relationship Type="http://schemas.openxmlformats.org/officeDocument/2006/relationships/notesSlide" Target="/ppt/notesSlides/notesSlide3.xml" Id="R1298d993460f41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54f83e0f540fd" /><Relationship Type="http://schemas.openxmlformats.org/officeDocument/2006/relationships/notesSlide" Target="/ppt/notesSlides/notesSlide4.xml" Id="R55910eaa502348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683b0a2844a70" /><Relationship Type="http://schemas.openxmlformats.org/officeDocument/2006/relationships/notesSlide" Target="/ppt/notesSlides/notesSlide5.xml" Id="Rf79b9f926ec04d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74a7bc5c949d1" /><Relationship Type="http://schemas.openxmlformats.org/officeDocument/2006/relationships/notesSlide" Target="/ppt/notesSlides/notesSlide6.xml" Id="Ra4f009732eb344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578a5b0474110" /><Relationship Type="http://schemas.openxmlformats.org/officeDocument/2006/relationships/notesSlide" Target="/ppt/notesSlides/notesSlide7.xml" Id="Rb32207f5444e47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6c3a761db49af" /><Relationship Type="http://schemas.openxmlformats.org/officeDocument/2006/relationships/notesSlide" Target="/ppt/notesSlides/notesSlide8.xml" Id="R63672653e8984d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E0CEA-6F4C-44BF-9CBB-F11CF5D6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3M Instrument Logger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C5406-C779-48A7-AE1A-BC207B24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월별·계측기별 개발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26181-8443-41C9-BBBC-794FEEAA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DD6FF-4D07-4BD1-B452-8D6885BD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6월부터 9월까지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9A4E7-717A-405D-8B43-32A5EEC5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3D6AA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63D6AA"/>
                </a:solidFill>
                <a:latin typeface="맑은 고딕"/>
                <a:ea typeface="맑은 고딕"/>
                <a:cs typeface="맑은 고딕"/>
              </a:rPr>
              <a:t>통합 카드 13개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0922A-B1A7-4C21-8F61-C4FCA6A7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최신 배포  v1.0.0-rc.2  ·  Build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6D687-5A0A-4C25-9364-A2082BEF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기준 문서  AGENTS.md · 릴리즈 상태 · Git 이력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0CF07-809A-4CE2-B2A3-0F83A62F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286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2026. 09. 14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CA5A1-C0C7-4479-B510-6E094B8D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33A2B-9A79-499F-8982-9E657EC0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2865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66975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6AF9C-66FB-4538-81F0-476C25BA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5EC06-CABE-4198-BF9E-82A92CED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월별 계측기 작업 지도 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FE061-B994-492F-BF5C-1FB1D2B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기존 계측기 7종의 월별 주요 변경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3C314-9199-42F3-BC3F-AC4E8EAA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E62B8-A79F-459C-84A6-EEF88F10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538D9-6DE4-445E-8F06-F4F6B20F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92C26-EE48-4110-ADBD-F485E3A0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61950" y="1314450"/>
          <a:ext xmlns:a="http://schemas.openxmlformats.org/drawingml/2006/main" cx="11468100" cy="491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209800"/>
                <a:gridCol w="2209800"/>
                <a:gridCol w="2209800"/>
                <a:gridCol w="2762250"/>
              </a:tblGrid>
              <a:tr h="438150">
                <a:tc>
                  <a:txBody>
                    <a:bodyPr/>
                    <a:lstStyle/>
                    <a:p>
                      <a:r>
                        <a:t>계측기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9월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Hioki 3540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웹 통합</a:t>
                      </a:r>
                    </a:p>
                    <a:p>
                      <a:r>
                        <a:t>표·그래프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한·영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2700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웹 통합</a:t>
                      </a:r>
                    </a:p>
                    <a:p>
                      <a:r>
                        <a:t>오버레인지 처리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한·영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Mitutoyo VL-50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7-E-2 통신</a:t>
                      </a:r>
                    </a:p>
                    <a:p>
                      <a:r>
                        <a:t>그룹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한·영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DAQ-6510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SCPI·채널 스캔</a:t>
                      </a:r>
                    </a:p>
                    <a:p>
                      <a:r>
                        <a:t>그래프 수정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UI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레이아웃 회귀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Agilent 4339B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-213 시퀀스 수정</a:t>
                      </a:r>
                    </a:p>
                    <a:p>
                      <a:r>
                        <a:t>수염차트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언어·그룹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레이아웃·문서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SP-2100 / TL-2200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통신·그래프 기반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언어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Raw 수집·다중 구간 통계</a:t>
                      </a:r>
                    </a:p>
                    <a:p>
                      <a:r>
                        <a:t>XLSX 반영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PT-2000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WebHID 통합</a:t>
                      </a:r>
                    </a:p>
                    <a:p>
                      <a:r>
                        <a:t>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UI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136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AF317-B28C-4362-AD87-153E3089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037E3-83C9-46E7-8217-E5884239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월별 계측기 작업 지도 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4849D-7917-453D-9324-6D84617B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나머지 계측기와 소프트웨어 도구의 월별 주요 변경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A9DDC-712E-4EB6-83C9-72BA3106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47727-4392-42EA-B6D5-52B8DC5E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C8E86-CE37-47F7-8F9C-06C68E6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734C-E1D4-456A-8917-7E1D254E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61950" y="1314450"/>
          <a:ext xmlns:a="http://schemas.openxmlformats.org/drawingml/2006/main" cx="11468100" cy="491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209800"/>
                <a:gridCol w="2209800"/>
                <a:gridCol w="2209800"/>
                <a:gridCol w="2762250"/>
              </a:tblGrid>
              <a:tr h="438150">
                <a:tc>
                  <a:txBody>
                    <a:bodyPr/>
                    <a:lstStyle/>
                    <a:p>
                      <a:r>
                        <a:t>계측기·도구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9월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LT-1000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통신·사용 가이드</a:t>
                      </a:r>
                    </a:p>
                    <a:p>
                      <a:r>
                        <a:t>캘리브레이션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UI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3채널·사이클·트래킹</a:t>
                      </a:r>
                    </a:p>
                    <a:p>
                      <a:r>
                        <a:t>Excel·평가 목록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레이아웃·릴리즈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신규 통합</a:t>
                      </a:r>
                    </a:p>
                    <a:p>
                      <a:r>
                        <a:t>RS-232·GPIB·2/4-Wire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4-Wire 실측</a:t>
                      </a:r>
                    </a:p>
                    <a:p>
                      <a:r>
                        <a:t>그래프·mA 표시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Epson OK900P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편집·검색·인쇄</a:t>
                      </a:r>
                    </a:p>
                    <a:p>
                      <a:r>
                        <a:t>시리얼 범위 출력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Photo Editor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USB 현미경</a:t>
                      </a:r>
                    </a:p>
                    <a:p>
                      <a:r>
                        <a:t>Excel·ZIP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다국어·저장 보완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Etching Design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혼합 배치·브릿지</a:t>
                      </a:r>
                    </a:p>
                    <a:p>
                      <a:r>
                        <a:t>제조용 DWG/DXF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365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5D450-1752-4A77-AC76-A20CFEF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1500D-47ED-4630-AA8C-640A5E6E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6월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779B1-14E2-434F-ACEB-FE5D35DE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통합 웹 프로그램과 주요 계측기 통신 기반 구축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D9F06-6288-447E-AF3D-9F280DB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021BF-35DE-44C9-A9CA-CDE7BC9A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4FC59-CFAA-4A9D-BF73-1140A75C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8E806-8E22-478C-9794-D030F15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공통 웹 앱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통합 런처, Web Serial 연결, 반응형 화면, 결과 표와 그래프 기반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DAQ-6510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SCPI -113 수정, 수동 릴레이 채널 스캔, 4-Wire 페어링, 채널별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확인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Agilent 4339B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BUS Trigger 기반 시퀀스 재작성, -213 해결, 충전 카운트다운과 수염차트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확인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VL-50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9600 bps 7-E-2 통신, GA01 폴링, 소수점 5자리와 그룹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PT/LT/SP 계열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측정 데이터 수신, 결과표, 그룹 통계 그래프와 사용 안내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기능 구축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Photo Editor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USB 현미경 연결 안정화, 촬영 파일 자동 이름, Excel·ZIP 내보내기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EXE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런처 카드 미표시 원인인 모듈·MIME·저장 주입 문제 수정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재빌드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03729-FB6A-452A-8521-6E741714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FFF35-4D4A-48B6-8824-B306D5EB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6월의 핵심은 여러 개의 독립 프로그램을 하나의 웹 앱과 EXE 배포 구조로 묶은 것입니다.</a:t>
            </a:r>
          </a:p>
        </p:txBody>
      </p:sp>
    </p:spTree>
    <p:extLst>
      <p:ext uri="{BB962C8B-B14F-4D97-AF65-F5344CB8AC3E}">
        <p14:creationId xmlns:p14="http://schemas.microsoft.com/office/powerpoint/2010/main" val="2197665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9473C-38B7-4CCD-A2AE-BD5CF703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0599C-0023-4C91-BD58-3DB4B018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7월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A9E86-923A-485D-A795-48B3DD15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PST-3202 평가 기능과 공통 사용성 집중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F631E-871C-4A02-9BB0-CEB5CC9C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CB270-12BB-4334-8A15-F7BEC98A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14ED5-3025-4A3E-8CAE-5ABF6AA3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A03D9-0BE4-45DA-B264-5C51C3C7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3채널 동기화, 입력 검증, Auto Clamp, 독립·직렬·병렬 트래킹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기능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 사이클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트래킹 모드 CH1↔CH2 단계값과 OVP 상태 동기화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수정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 데이터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평가 목록 가져오기·내보내기, 제품명 필터, 재측정 확인, 소요 시간 표시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 Excel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그래프 빈 화면 수정, Graph·Raw Data 우측 순차 배치, 범례 개선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공통 언어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그리드와 커스텀 계측기의 한국어·영어 전환 전수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잔여 한글 0건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문서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계측기별 MD 매뉴얼과 PST-3202 PDF 사용자 설명서 작성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Photo Editor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EXE 저장 폴백과 Excel/JPEG ZIP 내보내기 안정화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0F529-41A4-47A5-8D03-370E1796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7075D-7A13-4B14-AB85-2E416C16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7월 작업의 중심은 PST-3202였으며 데이터 저장과 Excel 결과물까지 사용 흐름을 완성했습니다.</a:t>
            </a:r>
          </a:p>
        </p:txBody>
      </p:sp>
    </p:spTree>
    <p:extLst>
      <p:ext uri="{BB962C8B-B14F-4D97-AF65-F5344CB8AC3E}">
        <p14:creationId xmlns:p14="http://schemas.microsoft.com/office/powerpoint/2010/main" val="541089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B7406-C10D-4F74-9ABD-F5499F75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6AEF1-7E8F-48B9-9F7D-1AA8A4BB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8월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8C59E-4D4B-4882-9C78-F2BB69BD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Keithley 2400 신규 통합과 단일 EXE 운영 규칙 확립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B6143-B7F9-410A-A6B6-045E9BB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A7230-8643-427B-9322-8E500F74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D0905-BF72-4736-8C14-D991CE53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7ED0A-9E22-4F8A-BE20-090BF6E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연결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RS-232 Web Serial과 GPIB/VISA 연결, COM 포트 표시 보완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검증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측정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전압·전류 인가, 2/4-Wire, 단일·시간·Sweep·반복 사이클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안전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OUTPUT OFF, Compliance 감시, 22W 제한, 전압 200V 앱 제한, 자동 OVP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결과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평가 누적, 복수 선택 그래프, Raw Data와 대시보드 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배포 운영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통합 EXE를 한 개만 유지하고 새 빌드가 성공한 뒤 기존 파일 교체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규칙 확정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잔여 검증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낮은 저항 더미 부하의 전면 표시와 실제 Compliance 비교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추가 확인 필요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E7BD8-847A-4215-8541-CFA957FA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14745-72C9-43B3-B035-E8BFB026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8월부터 2400은 RS-232와 GPIB에서 같은 측정·그래프·XLSX 기능을 사용하도록 통합됐습니다.</a:t>
            </a:r>
          </a:p>
        </p:txBody>
      </p:sp>
    </p:spTree>
    <p:extLst>
      <p:ext uri="{BB962C8B-B14F-4D97-AF65-F5344CB8AC3E}">
        <p14:creationId xmlns:p14="http://schemas.microsoft.com/office/powerpoint/2010/main" val="200407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7CDD5-A347-41DF-957A-6BA1445B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A9C0D-4788-4C37-93D6-84C0FB91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9월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32980-CA91-4089-BA69-79C1D366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실측 데이터 검증, 그래프 분석, 라벨 인쇄와 CAD 설계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43B6B-304B-40D4-9E90-1A824ABB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D1D81-5664-41CF-8519-357513B6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40A84-6EE6-4FFE-8D15-CEC5697A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BA061-EA83-4AA4-B6CB-5423453D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9V·4-Wire·FAST 실측, 전류 mA 소수점 5자리, 단일/복수 그래프 범례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실측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SP-2100 / TL-2200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Raw 수집, 다중 드래그 구간, 평균·최소·최대, XLSX 대시보드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기능 반영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Epson OK900P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프린터 검색, 테이프 폭 비례 조정, 자유 회전, 다중 선택, 범위 인쇄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검증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Etching Design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혼합 배치, 수동 여백, 브릿지·제거 영역, 제조/검토 DWG·DXF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자동 검증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공통 레이아웃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카드 전환 시 1/2/3열 자동 판정, 빈 우측 여백 제거, 그래프 재렌더링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회귀 테스트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문서와 배포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13개 카드 매뉴얼·릴리즈 문서 정리, rc.2 Build 2 통합 EXE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빌드 완료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E0E5B-F3E0-483C-B74F-367601D8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E9B76-012B-487D-A3BA-9BAFEEA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Etching Design의 CAD 자동 검증은 통과했지만 실제 제조 공정 검증은 별도로 진행해야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0829309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334D4-879C-41EA-A925-408D5BAA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66FB0-D77E-4D2E-8413-FFCE410E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상태와 다음 확인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9DE7B-6BA8-4408-ADDF-7A6E7D13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2026년 9월 14일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AA41-06AC-4861-9DA2-8DF0E39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DCBC4-8423-49CA-903F-F929314E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9531E-DAB2-46D8-A11A-D19E17FA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C5A12-C72D-46AA-955C-50F7C470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112014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191250"/>
                <a:gridCol w="2628900"/>
              </a:tblGrid>
              <a:tr h="591911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현재 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판정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통합 프로그램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계측기·도구 13개 등록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최신 EXE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v1.0.0-rc.2 · Build 2 · 파일 버전 1.0.0.2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배포 가능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SP-2100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다중 구간 분석과 XLSX 반영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소스·EXE 포함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3채널·트래킹·사이클 구현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추가 확인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9V 4-Wire 실측 완료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더미 부하 추가 확인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Etching Design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기하·제조 파일 자동 테스트 통과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현장 제조 검증 필요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E1398-6C24-49DB-A227-E0BCA00F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81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4778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04778"/>
                </a:solidFill>
                <a:latin typeface="맑은 고딕"/>
                <a:ea typeface="맑은 고딕"/>
                <a:cs typeface="맑은 고딕"/>
              </a:rPr>
              <a:t>상세 기준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19103-FA20-4259-87ED-B23536B8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816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AGENTS.md  ·  docs/RELEASE_STATUS_20260912.md  ·  계측기별 통신 및 사용자 매뉴얼</a:t>
            </a:r>
          </a:p>
        </p:txBody>
      </p:sp>
    </p:spTree>
    <p:extLst>
      <p:ext uri="{BB962C8B-B14F-4D97-AF65-F5344CB8AC3E}">
        <p14:creationId xmlns:p14="http://schemas.microsoft.com/office/powerpoint/2010/main" val="1103801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2026-09-13T22:09:08.4250000Z</dcterms:created>
  <dcterms:modified xsi:type="dcterms:W3CDTF">2026-09-13T22:09:08.4250000Z</dcterms:modified>
</coreProperties>
</file>