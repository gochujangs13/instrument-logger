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9601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툴 활용 계측기 자동화 개발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21792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0F0"/>
                </a:solidFill>
              </a:rPr>
              <a:t>Claude AI를 활용, 9종 계측기 연동·측정·기록 자동화 웹 앱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8D0F0"/>
                </a:solidFill>
              </a:rPr>
              <a:t>2026. 06. 18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88720"/>
            <a:ext cx="12188952" cy="438912"/>
          </a:xfrm>
          <a:prstGeom prst="rect">
            <a:avLst/>
          </a:prstGeom>
          <a:solidFill>
            <a:srgbClr val="DC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3C6E"/>
                </a:solidFill>
              </a:rPr>
              <a:t>▶  계측기별 통신 프로토콜(SCPI/Serial) 분석 · 코드 생성 · 오류 진단을 Claude AI와 대화 방식으로 진행 → 개발 기간 단축 및 반복 디버깅 자동화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709928"/>
            <a:ext cx="3429000" cy="3611880"/>
          </a:xfrm>
          <a:prstGeom prst="rect">
            <a:avLst/>
          </a:prstGeom>
          <a:solidFill>
            <a:srgbClr val="E8F0FB"/>
          </a:solidFill>
          <a:ln w="6350">
            <a:solidFill>
              <a:srgbClr val="C9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75564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3"/>
                </a:solidFill>
              </a:rPr>
              <a:t>◆  지원 계측기  ( 9 종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002536"/>
            <a:ext cx="322783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저항계        Hioki 3540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              Keithley 2700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절연저항      Agilent 4339B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데이터수집    DAQ-6510 (멀티채널)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거리계        Mitutoyo VL-50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박리·인장     SP-2100 / TL-2200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프로브 택     PT-2000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루프 택       LT-1000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  이미지 편집   AI Photo Editor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9896" y="1709928"/>
            <a:ext cx="3840480" cy="3611880"/>
          </a:xfrm>
          <a:prstGeom prst="rect">
            <a:avLst/>
          </a:prstGeom>
          <a:solidFill>
            <a:srgbClr val="E8F0FB"/>
          </a:solidFill>
          <a:ln w="6350">
            <a:solidFill>
              <a:srgbClr val="C9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1336" y="1755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3"/>
                </a:solidFill>
              </a:rPr>
              <a:t>◆  AI 툴 활용 내용 (Claude)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4" y="2002536"/>
            <a:ext cx="3639312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계측기 통신 프로토콜 분석 및 코드 생성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SCPI 명령 오류(-113/-213) 원인 진단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측정 시퀀스 자동 검증 및 재작성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UI 레이아웃 · 그래프 · 테이블 구현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그룹별 통계 수염차트 알고리즘 생성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재측정 덮어쓰기 / 설정 영속화 구현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EXE 단독 배포 빌드 파이프라인 구축</a:t>
            </a:r>
          </a:p>
          <a:p>
            <a:pPr>
              <a:spcBef>
                <a:spcPts val="150"/>
              </a:spcBef>
            </a:pPr>
            <a:r>
              <a:rPr sz="1000">
                <a:solidFill>
                  <a:srgbClr val="1A1A2E"/>
                </a:solidFill>
              </a:rPr>
              <a:t>✔  코드 리뷰 · 버그 수정 · 문서화 자동화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80" y="1709928"/>
            <a:ext cx="4023360" cy="3611880"/>
          </a:xfrm>
          <a:prstGeom prst="rect">
            <a:avLst/>
          </a:prstGeom>
          <a:solidFill>
            <a:srgbClr val="E8F0FB"/>
          </a:solidFill>
          <a:ln w="6350">
            <a:solidFill>
              <a:srgbClr val="C9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7556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C3"/>
                </a:solidFill>
              </a:rPr>
              <a:t>◆  개발 현황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029968"/>
            <a:ext cx="3822192" cy="3227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000" b="1">
                <a:solidFill>
                  <a:srgbClr val="219653"/>
                </a:solidFill>
              </a:rPr>
              <a:t>✅  실기 검증 완료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Hioki 3540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Keithley 2700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Mitutoyo VL-50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SP-2100 / TL-2200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PT-2000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LT-1000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AI Photo Editor</a:t>
            </a:r>
          </a:p>
          <a:p>
            <a:pPr>
              <a:spcBef>
                <a:spcPts val="700"/>
              </a:spcBef>
            </a:pPr>
            <a:r>
              <a:rPr sz="1000" b="1">
                <a:solidFill>
                  <a:srgbClr val="E67E22"/>
                </a:solidFill>
              </a:rPr>
              <a:t>🔧  실기 테스트 진행 예정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DAQ-6510 — 멀티채널 스캔 최종 확인</a:t>
            </a:r>
          </a:p>
          <a:p>
            <a:pPr>
              <a:spcBef>
                <a:spcPts val="200"/>
              </a:spcBef>
            </a:pPr>
            <a:r>
              <a:rPr sz="1000" b="0">
                <a:solidFill>
                  <a:srgbClr val="1A1A2E"/>
                </a:solidFill>
              </a:rPr>
              <a:t>     • Agilent 4339B — 측정 시퀀스 최종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6408" y="4663440"/>
            <a:ext cx="3803904" cy="530352"/>
          </a:xfrm>
          <a:prstGeom prst="rect">
            <a:avLst/>
          </a:prstGeom>
          <a:solidFill>
            <a:srgbClr val="E0F0FF"/>
          </a:solidFill>
          <a:ln w="12700">
            <a:solidFill>
              <a:srgbClr val="007A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4718304"/>
            <a:ext cx="36941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7AC3"/>
                </a:solidFill>
              </a:rPr>
              <a:t>🤖  전체 개발 기간 내 Claude AI 지속 활용
    코드 생성 · 디버깅 · 문서화 일괄 처리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631850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D0F0"/>
                </a:solidFill>
              </a:rPr>
              <a:t>3M Korea — 계측기 통합 관리 시스템  |  기술팀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31850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B8D0F0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